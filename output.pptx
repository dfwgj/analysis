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基于机器学习的贫血智能诊断系统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项目背景与研究意义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贫血影响全球超20亿人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准确诊断对治疗和预后至关重要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传统诊断依赖专家经验，耗时且主观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机器学习可提高诊断效率和准确率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数据集概况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**数据来源**：土耳其加齐奥斯曼帕萨大学医学院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**样本数量**：15,300名患者（2013-2018）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**特征维度**：24个血液检测指标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**任务类型**：五分类诊断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- 无贫血（64%）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- HGB贫血（7%）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- 缺铁性贫血（27%）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- 叶酸缺乏（1%）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- B12缺乏（1%）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数据预处理流程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数据清洗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删除重复记录：88条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处理缺失值和异常值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最终数据规模：14,212条高质量记录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663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数据变换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5394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Min-Max归一化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5943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分层抽样的训练/测试集划分（80%/20%）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6492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类别权重平衡处理不平衡数据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特征工程结果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24维特征构成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基础信息：性别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白细胞系统：6项指标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红细胞系统：7项指标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血小板系统：4项指标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4754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血清铁指标：3项指标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5303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生化指标：铁蛋白、叶酸、B12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6309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相关性分析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7040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B12_Anemia_class：0.52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7589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HGB：-0.38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8138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HCT：-0.36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8686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RBC：-0.35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9235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Folate_anemia_class：0.20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建模算法与结果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6种算法对比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**决策树**：99.88%准确率，99.74% Macro F1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**梯度提升**：99.88%准确率，99.74% Macro F1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**随机森林**：96.86%准确率，88.53% Macro F1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**K近邻**：93.71%准确率，70.43% Macro F1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4754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**逻辑回归**：92.55%准确率，82.86% Macro F1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5303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**SVM**：92.90%准确率，81.32% Macro F1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6309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最佳模型：决策树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7040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测试集准确率99.88%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7589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Macro F1 99.74%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8138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对5个类别均达到极高准确率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特征重要性分析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Top 6 关键特征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**B12_Anemia_class**（25%）：B12缺乏关键指标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**Folate_anemia_class**（25%）：叶酸缺乏关键指标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**HGB**（21.9%）：血红蛋白，贫血核心指标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**TSD**（18.6%）：铁传递饱和度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4754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**GENDER**（4.9%）：性别差异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5303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**FERRITTE**（4.2%）：铁蛋白，铁储备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6309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结论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7040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B12和叶酸指标对诊断最关键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7589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血红蛋白符合临床诊断逻辑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8138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铁代谢指标对缺铁性贫血诊断重要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技术亮点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创新设计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**医学知识驱动**：基于医学参考范围的异常值检测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**不平衡数据处理**：类别权重平衡+Macro F1评估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**可解释性**：决策树提供明确诊断规则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**鲁棒性验证**：5折交叉验证+独立测试集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项目成果与应用价值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定量成果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准确率：99.88%（接近完美）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Macro F1：99.74%（处理不平衡的优秀指标）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效率：秒级诊断 vs 传统10-15分钟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663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应用价值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5394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辅助医生决策：提供第二意见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5943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医学教育培训：教学案例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6492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基层医疗支持：资源有限地区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7040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远程医疗诊断：集成到远程诊疗系统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局限性与改进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现存局限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样本清洗删除约7%数据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少数类样本不足（&lt;200例）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潜在的数据泄露风险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663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改进方向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5394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短期：超参数调优、XGBoost、SMOTE过采样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5943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长期：数据扩充、深度学习、云端部署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总结与展望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核心结论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机器学习可有效诊断贫血类型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决策树和梯度提升表现最优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模型性能接近临床应用标准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特征选择与医学诊断逻辑一致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5212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未来展望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5943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多模态数据融合（影像、基因）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6492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实时诊断系统集成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7040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个性化治疗推荐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7589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扩展到其他慢性病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致谢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致谢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**数据**：土耳其加齐奥斯曼帕萨大学医学院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**技术**：Python + scikit-learn + pandas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**课程**：机器学习课程设计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**时间**：2025年11月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Q&amp;A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感谢您的聆听！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联系方式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Email: example@email.com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• 代码：github.com/your-repo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846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欢迎大家提问交流！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2025-11-18T12:49:35Z</dcterms:created>
  <dcterms:modified xsi:type="dcterms:W3CDTF">2025-11-18T12:49:35Z</dcterms:modified>
</cp:coreProperties>
</file>